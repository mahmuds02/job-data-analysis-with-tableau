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7" r:id="rId2"/>
    <p:sldId id="265" r:id="rId3"/>
    <p:sldId id="256" r:id="rId4"/>
    <p:sldId id="258" r:id="rId5"/>
    <p:sldId id="257" r:id="rId6"/>
    <p:sldId id="262" r:id="rId7"/>
    <p:sldId id="260" r:id="rId8"/>
    <p:sldId id="259" r:id="rId9"/>
    <p:sldId id="261"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12" autoAdjust="0"/>
    <p:restoredTop sz="84164" autoAdjust="0"/>
  </p:normalViewPr>
  <p:slideViewPr>
    <p:cSldViewPr snapToGrid="0">
      <p:cViewPr varScale="1">
        <p:scale>
          <a:sx n="46" d="100"/>
          <a:sy n="46" d="100"/>
        </p:scale>
        <p:origin x="64" y="131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mud, Saim" userId="06d3418b-ee86-4049-8bca-868ae8e5b6e8" providerId="ADAL" clId="{1A25A689-84F6-450D-88D5-AEB19350E889}"/>
    <pc:docChg chg="undo custSel addSld delSld modSld sldOrd">
      <pc:chgData name="Mahmud, Saim" userId="06d3418b-ee86-4049-8bca-868ae8e5b6e8" providerId="ADAL" clId="{1A25A689-84F6-450D-88D5-AEB19350E889}" dt="2025-11-14T01:59:39.107" v="767" actId="20577"/>
      <pc:docMkLst>
        <pc:docMk/>
      </pc:docMkLst>
      <pc:sldChg chg="addSp delSp modSp mod ord setBg">
        <pc:chgData name="Mahmud, Saim" userId="06d3418b-ee86-4049-8bca-868ae8e5b6e8" providerId="ADAL" clId="{1A25A689-84F6-450D-88D5-AEB19350E889}" dt="2025-11-05T21:58:17.757" v="325"/>
        <pc:sldMkLst>
          <pc:docMk/>
          <pc:sldMk cId="2759923640" sldId="256"/>
        </pc:sldMkLst>
        <pc:spChg chg="mod">
          <ac:chgData name="Mahmud, Saim" userId="06d3418b-ee86-4049-8bca-868ae8e5b6e8" providerId="ADAL" clId="{1A25A689-84F6-450D-88D5-AEB19350E889}" dt="2025-11-05T20:00:11.305" v="113" actId="26606"/>
          <ac:spMkLst>
            <pc:docMk/>
            <pc:sldMk cId="2759923640" sldId="256"/>
            <ac:spMk id="2" creationId="{A5E73328-38AA-0505-9D94-29AD0F99CD96}"/>
          </ac:spMkLst>
        </pc:spChg>
        <pc:spChg chg="mod ord">
          <ac:chgData name="Mahmud, Saim" userId="06d3418b-ee86-4049-8bca-868ae8e5b6e8" providerId="ADAL" clId="{1A25A689-84F6-450D-88D5-AEB19350E889}" dt="2025-11-05T20:00:11.305" v="113" actId="26606"/>
          <ac:spMkLst>
            <pc:docMk/>
            <pc:sldMk cId="2759923640" sldId="256"/>
            <ac:spMk id="3" creationId="{E9CA718A-1E3C-820D-69EF-3C9A40B7B4D7}"/>
          </ac:spMkLst>
        </pc:spChg>
        <pc:picChg chg="mod">
          <ac:chgData name="Mahmud, Saim" userId="06d3418b-ee86-4049-8bca-868ae8e5b6e8" providerId="ADAL" clId="{1A25A689-84F6-450D-88D5-AEB19350E889}" dt="2025-11-05T20:00:11.305" v="113" actId="26606"/>
          <ac:picMkLst>
            <pc:docMk/>
            <pc:sldMk cId="2759923640" sldId="256"/>
            <ac:picMk id="7" creationId="{F24A3D9A-2B6B-8AD1-9BAF-BB3C17B541A4}"/>
          </ac:picMkLst>
        </pc:picChg>
      </pc:sldChg>
      <pc:sldChg chg="addSp delSp modSp mod setBg addAnim delAnim modNotesTx">
        <pc:chgData name="Mahmud, Saim" userId="06d3418b-ee86-4049-8bca-868ae8e5b6e8" providerId="ADAL" clId="{1A25A689-84F6-450D-88D5-AEB19350E889}" dt="2025-11-06T00:42:15.977" v="739" actId="20577"/>
        <pc:sldMkLst>
          <pc:docMk/>
          <pc:sldMk cId="2450663261" sldId="257"/>
        </pc:sldMkLst>
        <pc:spChg chg="mod">
          <ac:chgData name="Mahmud, Saim" userId="06d3418b-ee86-4049-8bca-868ae8e5b6e8" providerId="ADAL" clId="{1A25A689-84F6-450D-88D5-AEB19350E889}" dt="2025-11-05T21:12:24.463" v="223" actId="26606"/>
          <ac:spMkLst>
            <pc:docMk/>
            <pc:sldMk cId="2450663261" sldId="257"/>
            <ac:spMk id="2" creationId="{157F5B9C-70CC-D4D8-4963-E3ABB425F4A1}"/>
          </ac:spMkLst>
        </pc:spChg>
        <pc:spChg chg="mod">
          <ac:chgData name="Mahmud, Saim" userId="06d3418b-ee86-4049-8bca-868ae8e5b6e8" providerId="ADAL" clId="{1A25A689-84F6-450D-88D5-AEB19350E889}" dt="2025-11-05T21:17:13.929" v="273" actId="1076"/>
          <ac:spMkLst>
            <pc:docMk/>
            <pc:sldMk cId="2450663261" sldId="257"/>
            <ac:spMk id="9" creationId="{D0C87D84-BACC-A54F-D24E-F22C21CA8D37}"/>
          </ac:spMkLst>
        </pc:spChg>
        <pc:picChg chg="mod ord">
          <ac:chgData name="Mahmud, Saim" userId="06d3418b-ee86-4049-8bca-868ae8e5b6e8" providerId="ADAL" clId="{1A25A689-84F6-450D-88D5-AEB19350E889}" dt="2025-11-05T21:17:08.680" v="271" actId="14100"/>
          <ac:picMkLst>
            <pc:docMk/>
            <pc:sldMk cId="2450663261" sldId="257"/>
            <ac:picMk id="6" creationId="{DCB04347-9E74-F7C2-78CE-A5FC4F80D4F9}"/>
          </ac:picMkLst>
        </pc:picChg>
        <pc:picChg chg="mod ord">
          <ac:chgData name="Mahmud, Saim" userId="06d3418b-ee86-4049-8bca-868ae8e5b6e8" providerId="ADAL" clId="{1A25A689-84F6-450D-88D5-AEB19350E889}" dt="2025-11-05T21:16:47.054" v="265" actId="14100"/>
          <ac:picMkLst>
            <pc:docMk/>
            <pc:sldMk cId="2450663261" sldId="257"/>
            <ac:picMk id="8" creationId="{DC005C6A-29E2-61F1-EB07-6965E899DB8D}"/>
          </ac:picMkLst>
        </pc:picChg>
      </pc:sldChg>
      <pc:sldChg chg="addSp delSp modSp mod ord setBg addAnim delAnim modNotesTx">
        <pc:chgData name="Mahmud, Saim" userId="06d3418b-ee86-4049-8bca-868ae8e5b6e8" providerId="ADAL" clId="{1A25A689-84F6-450D-88D5-AEB19350E889}" dt="2025-11-06T00:32:29.496" v="738" actId="20577"/>
        <pc:sldMkLst>
          <pc:docMk/>
          <pc:sldMk cId="1418594477" sldId="258"/>
        </pc:sldMkLst>
        <pc:spChg chg="mod">
          <ac:chgData name="Mahmud, Saim" userId="06d3418b-ee86-4049-8bca-868ae8e5b6e8" providerId="ADAL" clId="{1A25A689-84F6-450D-88D5-AEB19350E889}" dt="2025-11-05T22:44:52.498" v="506" actId="26606"/>
          <ac:spMkLst>
            <pc:docMk/>
            <pc:sldMk cId="1418594477" sldId="258"/>
            <ac:spMk id="2" creationId="{B07EF1F7-545A-519B-4474-2CF1FDC5DEBC}"/>
          </ac:spMkLst>
        </pc:spChg>
        <pc:spChg chg="add">
          <ac:chgData name="Mahmud, Saim" userId="06d3418b-ee86-4049-8bca-868ae8e5b6e8" providerId="ADAL" clId="{1A25A689-84F6-450D-88D5-AEB19350E889}" dt="2025-11-05T22:43:07.144" v="491"/>
          <ac:spMkLst>
            <pc:docMk/>
            <pc:sldMk cId="1418594477" sldId="258"/>
            <ac:spMk id="3" creationId="{10B59720-9CA4-5AE1-9A1F-046B648D753B}"/>
          </ac:spMkLst>
        </pc:spChg>
        <pc:spChg chg="add mod">
          <ac:chgData name="Mahmud, Saim" userId="06d3418b-ee86-4049-8bca-868ae8e5b6e8" providerId="ADAL" clId="{1A25A689-84F6-450D-88D5-AEB19350E889}" dt="2025-11-05T22:43:22.859" v="493"/>
          <ac:spMkLst>
            <pc:docMk/>
            <pc:sldMk cId="1418594477" sldId="258"/>
            <ac:spMk id="4" creationId="{517959DB-181A-CA1A-BC32-0708E31F797B}"/>
          </ac:spMkLst>
        </pc:spChg>
        <pc:picChg chg="add mod">
          <ac:chgData name="Mahmud, Saim" userId="06d3418b-ee86-4049-8bca-868ae8e5b6e8" providerId="ADAL" clId="{1A25A689-84F6-450D-88D5-AEB19350E889}" dt="2025-11-05T22:45:59.108" v="510" actId="14100"/>
          <ac:picMkLst>
            <pc:docMk/>
            <pc:sldMk cId="1418594477" sldId="258"/>
            <ac:picMk id="5" creationId="{0E5A82FF-8B1F-C212-D5FB-D71531DB223E}"/>
          </ac:picMkLst>
        </pc:picChg>
      </pc:sldChg>
      <pc:sldChg chg="modNotesTx">
        <pc:chgData name="Mahmud, Saim" userId="06d3418b-ee86-4049-8bca-868ae8e5b6e8" providerId="ADAL" clId="{1A25A689-84F6-450D-88D5-AEB19350E889}" dt="2025-11-06T00:43:47.249" v="740" actId="20577"/>
        <pc:sldMkLst>
          <pc:docMk/>
          <pc:sldMk cId="3729416698" sldId="259"/>
        </pc:sldMkLst>
      </pc:sldChg>
      <pc:sldChg chg="addSp delSp modSp new mod ord setBg modNotesTx">
        <pc:chgData name="Mahmud, Saim" userId="06d3418b-ee86-4049-8bca-868ae8e5b6e8" providerId="ADAL" clId="{1A25A689-84F6-450D-88D5-AEB19350E889}" dt="2025-11-06T00:11:35.946" v="728" actId="20577"/>
        <pc:sldMkLst>
          <pc:docMk/>
          <pc:sldMk cId="3639668757" sldId="260"/>
        </pc:sldMkLst>
        <pc:spChg chg="mod">
          <ac:chgData name="Mahmud, Saim" userId="06d3418b-ee86-4049-8bca-868ae8e5b6e8" providerId="ADAL" clId="{1A25A689-84F6-450D-88D5-AEB19350E889}" dt="2025-11-05T20:07:42.820" v="136" actId="1076"/>
          <ac:spMkLst>
            <pc:docMk/>
            <pc:sldMk cId="3639668757" sldId="260"/>
            <ac:spMk id="2" creationId="{2D46C83C-84FA-6798-8E55-E74842795E90}"/>
          </ac:spMkLst>
        </pc:spChg>
        <pc:spChg chg="add">
          <ac:chgData name="Mahmud, Saim" userId="06d3418b-ee86-4049-8bca-868ae8e5b6e8" providerId="ADAL" clId="{1A25A689-84F6-450D-88D5-AEB19350E889}" dt="2025-11-05T20:07:14.626" v="132" actId="26606"/>
          <ac:spMkLst>
            <pc:docMk/>
            <pc:sldMk cId="3639668757" sldId="260"/>
            <ac:spMk id="14" creationId="{D4771268-CB57-404A-9271-370EB28F6090}"/>
          </ac:spMkLst>
        </pc:spChg>
        <pc:picChg chg="add mod">
          <ac:chgData name="Mahmud, Saim" userId="06d3418b-ee86-4049-8bca-868ae8e5b6e8" providerId="ADAL" clId="{1A25A689-84F6-450D-88D5-AEB19350E889}" dt="2025-11-05T20:08:03.312" v="138" actId="14100"/>
          <ac:picMkLst>
            <pc:docMk/>
            <pc:sldMk cId="3639668757" sldId="260"/>
            <ac:picMk id="6" creationId="{AE939EB5-E700-6510-1624-2EEDBBB27D88}"/>
          </ac:picMkLst>
        </pc:picChg>
      </pc:sldChg>
      <pc:sldChg chg="addSp delSp modSp new mod setBg modNotesTx">
        <pc:chgData name="Mahmud, Saim" userId="06d3418b-ee86-4049-8bca-868ae8e5b6e8" providerId="ADAL" clId="{1A25A689-84F6-450D-88D5-AEB19350E889}" dt="2025-11-06T00:47:16.340" v="741" actId="20577"/>
        <pc:sldMkLst>
          <pc:docMk/>
          <pc:sldMk cId="1115103496" sldId="261"/>
        </pc:sldMkLst>
        <pc:spChg chg="mod">
          <ac:chgData name="Mahmud, Saim" userId="06d3418b-ee86-4049-8bca-868ae8e5b6e8" providerId="ADAL" clId="{1A25A689-84F6-450D-88D5-AEB19350E889}" dt="2025-11-05T20:52:27.151" v="174" actId="26606"/>
          <ac:spMkLst>
            <pc:docMk/>
            <pc:sldMk cId="1115103496" sldId="261"/>
            <ac:spMk id="2" creationId="{ECB66C0D-DCB8-426B-22E6-5CF489029A09}"/>
          </ac:spMkLst>
        </pc:spChg>
        <pc:spChg chg="add">
          <ac:chgData name="Mahmud, Saim" userId="06d3418b-ee86-4049-8bca-868ae8e5b6e8" providerId="ADAL" clId="{1A25A689-84F6-450D-88D5-AEB19350E889}" dt="2025-11-05T20:52:27.151" v="174" actId="26606"/>
          <ac:spMkLst>
            <pc:docMk/>
            <pc:sldMk cId="1115103496" sldId="261"/>
            <ac:spMk id="45" creationId="{665DBBEF-238B-476B-96AB-8AAC3224ECEA}"/>
          </ac:spMkLst>
        </pc:spChg>
        <pc:spChg chg="add">
          <ac:chgData name="Mahmud, Saim" userId="06d3418b-ee86-4049-8bca-868ae8e5b6e8" providerId="ADAL" clId="{1A25A689-84F6-450D-88D5-AEB19350E889}" dt="2025-11-05T20:52:27.151" v="174" actId="26606"/>
          <ac:spMkLst>
            <pc:docMk/>
            <pc:sldMk cId="1115103496" sldId="261"/>
            <ac:spMk id="46" creationId="{3FCFB1DE-0B7E-48CC-BA90-B2AB0889F9D6}"/>
          </ac:spMkLst>
        </pc:spChg>
        <pc:picChg chg="add mod">
          <ac:chgData name="Mahmud, Saim" userId="06d3418b-ee86-4049-8bca-868ae8e5b6e8" providerId="ADAL" clId="{1A25A689-84F6-450D-88D5-AEB19350E889}" dt="2025-11-05T20:52:37.957" v="175" actId="14100"/>
          <ac:picMkLst>
            <pc:docMk/>
            <pc:sldMk cId="1115103496" sldId="261"/>
            <ac:picMk id="4" creationId="{BB773F70-9833-E372-7A6E-8BD838EDDBE1}"/>
          </ac:picMkLst>
        </pc:picChg>
      </pc:sldChg>
      <pc:sldChg chg="addSp modSp new mod setBg">
        <pc:chgData name="Mahmud, Saim" userId="06d3418b-ee86-4049-8bca-868ae8e5b6e8" providerId="ADAL" clId="{1A25A689-84F6-450D-88D5-AEB19350E889}" dt="2025-11-05T21:48:00.597" v="316" actId="26606"/>
        <pc:sldMkLst>
          <pc:docMk/>
          <pc:sldMk cId="3065667004" sldId="262"/>
        </pc:sldMkLst>
        <pc:spChg chg="mod">
          <ac:chgData name="Mahmud, Saim" userId="06d3418b-ee86-4049-8bca-868ae8e5b6e8" providerId="ADAL" clId="{1A25A689-84F6-450D-88D5-AEB19350E889}" dt="2025-11-05T21:48:00.597" v="316" actId="26606"/>
          <ac:spMkLst>
            <pc:docMk/>
            <pc:sldMk cId="3065667004" sldId="262"/>
            <ac:spMk id="2" creationId="{14F49FD1-D55A-6CA1-E398-F86C44777DCB}"/>
          </ac:spMkLst>
        </pc:spChg>
        <pc:spChg chg="add">
          <ac:chgData name="Mahmud, Saim" userId="06d3418b-ee86-4049-8bca-868ae8e5b6e8" providerId="ADAL" clId="{1A25A689-84F6-450D-88D5-AEB19350E889}" dt="2025-11-05T21:48:00.597" v="316" actId="26606"/>
          <ac:spMkLst>
            <pc:docMk/>
            <pc:sldMk cId="3065667004" sldId="262"/>
            <ac:spMk id="9" creationId="{A4AC5506-6312-4701-8D3C-40187889A947}"/>
          </ac:spMkLst>
        </pc:spChg>
        <pc:picChg chg="add mod">
          <ac:chgData name="Mahmud, Saim" userId="06d3418b-ee86-4049-8bca-868ae8e5b6e8" providerId="ADAL" clId="{1A25A689-84F6-450D-88D5-AEB19350E889}" dt="2025-11-05T21:48:00.597" v="316" actId="26606"/>
          <ac:picMkLst>
            <pc:docMk/>
            <pc:sldMk cId="3065667004" sldId="262"/>
            <ac:picMk id="4" creationId="{84ECB54A-56EF-C9F5-69B9-F08A620DC297}"/>
          </ac:picMkLst>
        </pc:picChg>
      </pc:sldChg>
      <pc:sldChg chg="addSp delSp modSp new mod setBg">
        <pc:chgData name="Mahmud, Saim" userId="06d3418b-ee86-4049-8bca-868ae8e5b6e8" providerId="ADAL" clId="{1A25A689-84F6-450D-88D5-AEB19350E889}" dt="2025-11-05T22:03:29.509" v="361" actId="26606"/>
        <pc:sldMkLst>
          <pc:docMk/>
          <pc:sldMk cId="761922545" sldId="265"/>
        </pc:sldMkLst>
        <pc:spChg chg="mod">
          <ac:chgData name="Mahmud, Saim" userId="06d3418b-ee86-4049-8bca-868ae8e5b6e8" providerId="ADAL" clId="{1A25A689-84F6-450D-88D5-AEB19350E889}" dt="2025-11-05T22:03:29.509" v="361" actId="26606"/>
          <ac:spMkLst>
            <pc:docMk/>
            <pc:sldMk cId="761922545" sldId="265"/>
            <ac:spMk id="2" creationId="{BEFC0F75-3586-17AC-C18C-B2E2C723554B}"/>
          </ac:spMkLst>
        </pc:spChg>
        <pc:spChg chg="add">
          <ac:chgData name="Mahmud, Saim" userId="06d3418b-ee86-4049-8bca-868ae8e5b6e8" providerId="ADAL" clId="{1A25A689-84F6-450D-88D5-AEB19350E889}" dt="2025-11-05T22:03:29.509" v="361" actId="26606"/>
          <ac:spMkLst>
            <pc:docMk/>
            <pc:sldMk cId="761922545" sldId="265"/>
            <ac:spMk id="36" creationId="{84697CDA-BDB7-4883-B48B-1D4EDB2F0E93}"/>
          </ac:spMkLst>
        </pc:spChg>
        <pc:spChg chg="add">
          <ac:chgData name="Mahmud, Saim" userId="06d3418b-ee86-4049-8bca-868ae8e5b6e8" providerId="ADAL" clId="{1A25A689-84F6-450D-88D5-AEB19350E889}" dt="2025-11-05T22:03:29.509" v="361" actId="26606"/>
          <ac:spMkLst>
            <pc:docMk/>
            <pc:sldMk cId="761922545" sldId="265"/>
            <ac:spMk id="37" creationId="{6295B176-FA0E-4B6A-A190-5E2E82BEA57A}"/>
          </ac:spMkLst>
        </pc:spChg>
        <pc:spChg chg="add">
          <ac:chgData name="Mahmud, Saim" userId="06d3418b-ee86-4049-8bca-868ae8e5b6e8" providerId="ADAL" clId="{1A25A689-84F6-450D-88D5-AEB19350E889}" dt="2025-11-05T22:03:29.509" v="361" actId="26606"/>
          <ac:spMkLst>
            <pc:docMk/>
            <pc:sldMk cId="761922545" sldId="265"/>
            <ac:spMk id="38" creationId="{48F779DE-4744-42D6-9C74-33EC94460CCC}"/>
          </ac:spMkLst>
        </pc:spChg>
        <pc:spChg chg="add">
          <ac:chgData name="Mahmud, Saim" userId="06d3418b-ee86-4049-8bca-868ae8e5b6e8" providerId="ADAL" clId="{1A25A689-84F6-450D-88D5-AEB19350E889}" dt="2025-11-05T22:03:29.509" v="361" actId="26606"/>
          <ac:spMkLst>
            <pc:docMk/>
            <pc:sldMk cId="761922545" sldId="265"/>
            <ac:spMk id="39" creationId="{33B7881E-7360-20D7-6FDF-66D8A35B5B7F}"/>
          </ac:spMkLst>
        </pc:spChg>
      </pc:sldChg>
      <pc:sldChg chg="addSp delSp modSp new mod ord setBg modClrScheme chgLayout">
        <pc:chgData name="Mahmud, Saim" userId="06d3418b-ee86-4049-8bca-868ae8e5b6e8" providerId="ADAL" clId="{1A25A689-84F6-450D-88D5-AEB19350E889}" dt="2025-11-05T22:12:17.705" v="489"/>
        <pc:sldMkLst>
          <pc:docMk/>
          <pc:sldMk cId="490650620" sldId="266"/>
        </pc:sldMkLst>
        <pc:spChg chg="add">
          <ac:chgData name="Mahmud, Saim" userId="06d3418b-ee86-4049-8bca-868ae8e5b6e8" providerId="ADAL" clId="{1A25A689-84F6-450D-88D5-AEB19350E889}" dt="2025-11-05T22:12:12.929" v="487" actId="26606"/>
          <ac:spMkLst>
            <pc:docMk/>
            <pc:sldMk cId="490650620" sldId="266"/>
            <ac:spMk id="1031" creationId="{8950AD4C-6AF3-49F8-94E1-DBCAFB39478B}"/>
          </ac:spMkLst>
        </pc:spChg>
        <pc:spChg chg="add">
          <ac:chgData name="Mahmud, Saim" userId="06d3418b-ee86-4049-8bca-868ae8e5b6e8" providerId="ADAL" clId="{1A25A689-84F6-450D-88D5-AEB19350E889}" dt="2025-11-05T22:12:12.929" v="487" actId="26606"/>
          <ac:spMkLst>
            <pc:docMk/>
            <pc:sldMk cId="490650620" sldId="266"/>
            <ac:spMk id="1033" creationId="{2F0E00C3-4613-415F-BE3A-78FBAD9061C0}"/>
          </ac:spMkLst>
        </pc:spChg>
        <pc:spChg chg="add">
          <ac:chgData name="Mahmud, Saim" userId="06d3418b-ee86-4049-8bca-868ae8e5b6e8" providerId="ADAL" clId="{1A25A689-84F6-450D-88D5-AEB19350E889}" dt="2025-11-05T22:12:12.929" v="487" actId="26606"/>
          <ac:spMkLst>
            <pc:docMk/>
            <pc:sldMk cId="490650620" sldId="266"/>
            <ac:spMk id="1035" creationId="{8DBEAE55-3EA1-41D7-A212-5F7D8986C1F2}"/>
          </ac:spMkLst>
        </pc:spChg>
        <pc:spChg chg="add">
          <ac:chgData name="Mahmud, Saim" userId="06d3418b-ee86-4049-8bca-868ae8e5b6e8" providerId="ADAL" clId="{1A25A689-84F6-450D-88D5-AEB19350E889}" dt="2025-11-05T22:12:12.929" v="487" actId="26606"/>
          <ac:spMkLst>
            <pc:docMk/>
            <pc:sldMk cId="490650620" sldId="266"/>
            <ac:spMk id="1037" creationId="{CFC5F0E7-644F-4101-BE72-12825CF537E7}"/>
          </ac:spMkLst>
        </pc:spChg>
        <pc:picChg chg="add mod">
          <ac:chgData name="Mahmud, Saim" userId="06d3418b-ee86-4049-8bca-868ae8e5b6e8" providerId="ADAL" clId="{1A25A689-84F6-450D-88D5-AEB19350E889}" dt="2025-11-05T22:12:12.929" v="487" actId="26606"/>
          <ac:picMkLst>
            <pc:docMk/>
            <pc:sldMk cId="490650620" sldId="266"/>
            <ac:picMk id="1026" creationId="{48805B3E-96E9-DD62-43E1-48228576965B}"/>
          </ac:picMkLst>
        </pc:picChg>
      </pc:sldChg>
      <pc:sldChg chg="addSp modSp new mod ord setBg">
        <pc:chgData name="Mahmud, Saim" userId="06d3418b-ee86-4049-8bca-868ae8e5b6e8" providerId="ADAL" clId="{1A25A689-84F6-450D-88D5-AEB19350E889}" dt="2025-11-05T22:54:39.742" v="722" actId="962"/>
        <pc:sldMkLst>
          <pc:docMk/>
          <pc:sldMk cId="1801611047" sldId="267"/>
        </pc:sldMkLst>
        <pc:spChg chg="add">
          <ac:chgData name="Mahmud, Saim" userId="06d3418b-ee86-4049-8bca-868ae8e5b6e8" providerId="ADAL" clId="{1A25A689-84F6-450D-88D5-AEB19350E889}" dt="2025-11-05T22:54:38.195" v="720" actId="26606"/>
          <ac:spMkLst>
            <pc:docMk/>
            <pc:sldMk cId="1801611047" sldId="267"/>
            <ac:spMk id="8" creationId="{AB8C311F-7253-4AED-9701-7FC0708C41C7}"/>
          </ac:spMkLst>
        </pc:spChg>
        <pc:spChg chg="add">
          <ac:chgData name="Mahmud, Saim" userId="06d3418b-ee86-4049-8bca-868ae8e5b6e8" providerId="ADAL" clId="{1A25A689-84F6-450D-88D5-AEB19350E889}" dt="2025-11-05T22:54:38.195" v="720" actId="26606"/>
          <ac:spMkLst>
            <pc:docMk/>
            <pc:sldMk cId="1801611047" sldId="267"/>
            <ac:spMk id="10" creationId="{E2384209-CB15-4CDF-9D31-C44FD9A3F20D}"/>
          </ac:spMkLst>
        </pc:spChg>
        <pc:spChg chg="add">
          <ac:chgData name="Mahmud, Saim" userId="06d3418b-ee86-4049-8bca-868ae8e5b6e8" providerId="ADAL" clId="{1A25A689-84F6-450D-88D5-AEB19350E889}" dt="2025-11-05T22:54:38.195" v="720" actId="26606"/>
          <ac:spMkLst>
            <pc:docMk/>
            <pc:sldMk cId="1801611047" sldId="267"/>
            <ac:spMk id="12" creationId="{2633B3B5-CC90-43F0-8714-D31D1F3F0209}"/>
          </ac:spMkLst>
        </pc:spChg>
        <pc:spChg chg="add">
          <ac:chgData name="Mahmud, Saim" userId="06d3418b-ee86-4049-8bca-868ae8e5b6e8" providerId="ADAL" clId="{1A25A689-84F6-450D-88D5-AEB19350E889}" dt="2025-11-05T22:54:38.195" v="720" actId="26606"/>
          <ac:spMkLst>
            <pc:docMk/>
            <pc:sldMk cId="1801611047" sldId="267"/>
            <ac:spMk id="14" creationId="{A8D57A06-A426-446D-B02C-A2DC6B62E45E}"/>
          </ac:spMkLst>
        </pc:spChg>
        <pc:picChg chg="add mod">
          <ac:chgData name="Mahmud, Saim" userId="06d3418b-ee86-4049-8bca-868ae8e5b6e8" providerId="ADAL" clId="{1A25A689-84F6-450D-88D5-AEB19350E889}" dt="2025-11-05T22:54:39.742" v="722" actId="962"/>
          <ac:picMkLst>
            <pc:docMk/>
            <pc:sldMk cId="1801611047" sldId="267"/>
            <ac:picMk id="3" creationId="{E2A21F1C-3F7F-3ED4-5424-D10EECDFCE33}"/>
          </ac:picMkLst>
        </pc:picChg>
      </pc:sldChg>
    </pc:docChg>
  </pc:docChgLst>
  <pc:docChgLst>
    <pc:chgData name="Mahmud, Saim" userId="06d3418b-ee86-4049-8bca-868ae8e5b6e8" providerId="ADAL" clId="{1B5899A5-9B9D-4026-A31A-07EBD527DBF6}"/>
    <pc:docChg chg="custSel addSld delSld modSld sldOrd">
      <pc:chgData name="Mahmud, Saim" userId="06d3418b-ee86-4049-8bca-868ae8e5b6e8" providerId="ADAL" clId="{1B5899A5-9B9D-4026-A31A-07EBD527DBF6}" dt="2025-12-03T04:41:10.525" v="62" actId="26606"/>
      <pc:docMkLst>
        <pc:docMk/>
      </pc:docMkLst>
      <pc:sldChg chg="addSp delSp modSp mod">
        <pc:chgData name="Mahmud, Saim" userId="06d3418b-ee86-4049-8bca-868ae8e5b6e8" providerId="ADAL" clId="{1B5899A5-9B9D-4026-A31A-07EBD527DBF6}" dt="2025-12-03T04:41:10.525" v="62" actId="26606"/>
        <pc:sldMkLst>
          <pc:docMk/>
          <pc:sldMk cId="1418594477" sldId="258"/>
        </pc:sldMkLst>
        <pc:spChg chg="mod">
          <ac:chgData name="Mahmud, Saim" userId="06d3418b-ee86-4049-8bca-868ae8e5b6e8" providerId="ADAL" clId="{1B5899A5-9B9D-4026-A31A-07EBD527DBF6}" dt="2025-12-03T04:41:10.525" v="62" actId="26606"/>
          <ac:spMkLst>
            <pc:docMk/>
            <pc:sldMk cId="1418594477" sldId="258"/>
            <ac:spMk id="2" creationId="{B07EF1F7-545A-519B-4474-2CF1FDC5DEBC}"/>
          </ac:spMkLst>
        </pc:spChg>
        <pc:spChg chg="del">
          <ac:chgData name="Mahmud, Saim" userId="06d3418b-ee86-4049-8bca-868ae8e5b6e8" providerId="ADAL" clId="{1B5899A5-9B9D-4026-A31A-07EBD527DBF6}" dt="2025-12-03T04:41:10.525" v="62" actId="26606"/>
          <ac:spMkLst>
            <pc:docMk/>
            <pc:sldMk cId="1418594477" sldId="258"/>
            <ac:spMk id="19" creationId="{99ED5833-B85B-4103-8A3B-CAB0308E6C15}"/>
          </ac:spMkLst>
        </pc:spChg>
        <pc:spChg chg="add">
          <ac:chgData name="Mahmud, Saim" userId="06d3418b-ee86-4049-8bca-868ae8e5b6e8" providerId="ADAL" clId="{1B5899A5-9B9D-4026-A31A-07EBD527DBF6}" dt="2025-12-03T04:41:10.525" v="62" actId="26606"/>
          <ac:spMkLst>
            <pc:docMk/>
            <pc:sldMk cId="1418594477" sldId="258"/>
            <ac:spMk id="24" creationId="{BA79A7CF-01AF-4178-9369-94E0C90EB046}"/>
          </ac:spMkLst>
        </pc:spChg>
        <pc:spChg chg="add">
          <ac:chgData name="Mahmud, Saim" userId="06d3418b-ee86-4049-8bca-868ae8e5b6e8" providerId="ADAL" clId="{1B5899A5-9B9D-4026-A31A-07EBD527DBF6}" dt="2025-12-03T04:41:10.525" v="62" actId="26606"/>
          <ac:spMkLst>
            <pc:docMk/>
            <pc:sldMk cId="1418594477" sldId="258"/>
            <ac:spMk id="26" creationId="{99413ED5-9ED4-4772-BCE4-2BCAE6B12E35}"/>
          </ac:spMkLst>
        </pc:spChg>
        <pc:spChg chg="add">
          <ac:chgData name="Mahmud, Saim" userId="06d3418b-ee86-4049-8bca-868ae8e5b6e8" providerId="ADAL" clId="{1B5899A5-9B9D-4026-A31A-07EBD527DBF6}" dt="2025-12-03T04:41:10.525" v="62" actId="26606"/>
          <ac:spMkLst>
            <pc:docMk/>
            <pc:sldMk cId="1418594477" sldId="258"/>
            <ac:spMk id="28" creationId="{04357C93-F0CB-4A1C-8F77-4E9063789819}"/>
          </ac:spMkLst>
        </pc:spChg>
        <pc:spChg chg="add">
          <ac:chgData name="Mahmud, Saim" userId="06d3418b-ee86-4049-8bca-868ae8e5b6e8" providerId="ADAL" clId="{1B5899A5-9B9D-4026-A31A-07EBD527DBF6}" dt="2025-12-03T04:41:10.525" v="62" actId="26606"/>
          <ac:spMkLst>
            <pc:docMk/>
            <pc:sldMk cId="1418594477" sldId="258"/>
            <ac:spMk id="30" creationId="{90F533E9-6690-41A8-A372-4C6C622D028D}"/>
          </ac:spMkLst>
        </pc:spChg>
        <pc:picChg chg="mod">
          <ac:chgData name="Mahmud, Saim" userId="06d3418b-ee86-4049-8bca-868ae8e5b6e8" providerId="ADAL" clId="{1B5899A5-9B9D-4026-A31A-07EBD527DBF6}" dt="2025-12-03T04:41:10.525" v="62" actId="26606"/>
          <ac:picMkLst>
            <pc:docMk/>
            <pc:sldMk cId="1418594477" sldId="258"/>
            <ac:picMk id="5" creationId="{0E5A82FF-8B1F-C212-D5FB-D71531DB223E}"/>
          </ac:picMkLst>
        </pc:picChg>
        <pc:picChg chg="del">
          <ac:chgData name="Mahmud, Saim" userId="06d3418b-ee86-4049-8bca-868ae8e5b6e8" providerId="ADAL" clId="{1B5899A5-9B9D-4026-A31A-07EBD527DBF6}" dt="2025-12-03T04:41:06.679" v="61" actId="478"/>
          <ac:picMkLst>
            <pc:docMk/>
            <pc:sldMk cId="1418594477" sldId="258"/>
            <ac:picMk id="7" creationId="{22F637D5-DB30-0271-B46A-8A67887836EC}"/>
          </ac:picMkLst>
        </pc:picChg>
      </pc:sldChg>
      <pc:sldChg chg="addSp modSp new mod ord">
        <pc:chgData name="Mahmud, Saim" userId="06d3418b-ee86-4049-8bca-868ae8e5b6e8" providerId="ADAL" clId="{1B5899A5-9B9D-4026-A31A-07EBD527DBF6}" dt="2025-11-05T18:34:08.171" v="59" actId="1076"/>
        <pc:sldMkLst>
          <pc:docMk/>
          <pc:sldMk cId="3729416698" sldId="259"/>
        </pc:sldMkLst>
        <pc:spChg chg="mod">
          <ac:chgData name="Mahmud, Saim" userId="06d3418b-ee86-4049-8bca-868ae8e5b6e8" providerId="ADAL" clId="{1B5899A5-9B9D-4026-A31A-07EBD527DBF6}" dt="2025-11-05T18:33:22.010" v="49" actId="1076"/>
          <ac:spMkLst>
            <pc:docMk/>
            <pc:sldMk cId="3729416698" sldId="259"/>
            <ac:spMk id="2" creationId="{0103263E-B453-56FC-DD38-6FB0470FBFDA}"/>
          </ac:spMkLst>
        </pc:spChg>
        <pc:picChg chg="add mod">
          <ac:chgData name="Mahmud, Saim" userId="06d3418b-ee86-4049-8bca-868ae8e5b6e8" providerId="ADAL" clId="{1B5899A5-9B9D-4026-A31A-07EBD527DBF6}" dt="2025-11-05T18:34:08.171" v="59" actId="1076"/>
          <ac:picMkLst>
            <pc:docMk/>
            <pc:sldMk cId="3729416698" sldId="259"/>
            <ac:picMk id="4" creationId="{91192015-B938-F002-5ECE-61257B4D914C}"/>
          </ac:picMkLst>
        </pc:picChg>
      </pc:sldChg>
      <pc:sldChg chg="del">
        <pc:chgData name="Mahmud, Saim" userId="06d3418b-ee86-4049-8bca-868ae8e5b6e8" providerId="ADAL" clId="{1B5899A5-9B9D-4026-A31A-07EBD527DBF6}" dt="2025-12-03T04:20:18.766" v="60" actId="47"/>
        <pc:sldMkLst>
          <pc:docMk/>
          <pc:sldMk cId="3626059463"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604091-687C-46F1-976F-1AB289A73602}"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98588A-26D9-4F96-8539-16F1DCBAE577}" type="slidenum">
              <a:rPr lang="en-US" smtClean="0"/>
              <a:t>‹#›</a:t>
            </a:fld>
            <a:endParaRPr lang="en-US" dirty="0"/>
          </a:p>
        </p:txBody>
      </p:sp>
    </p:spTree>
    <p:extLst>
      <p:ext uri="{BB962C8B-B14F-4D97-AF65-F5344CB8AC3E}">
        <p14:creationId xmlns:p14="http://schemas.microsoft.com/office/powerpoint/2010/main" val="3589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Saim Mahmud, and this presentation is for my course, CIS 512, Introduction to Data Science.</a:t>
            </a:r>
          </a:p>
          <a:p>
            <a:r>
              <a:rPr lang="en-US" dirty="0"/>
              <a:t>Today, I’m excited to present 'The Tech Talent Report.' This is a data-driven analysis of what's happening in the job market right now, focusing on the most in-demand sectors, the skills employers are looking for, and the compensation trends that follow."</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1</a:t>
            </a:fld>
            <a:endParaRPr lang="en-US" dirty="0"/>
          </a:p>
        </p:txBody>
      </p:sp>
    </p:spTree>
    <p:extLst>
      <p:ext uri="{BB962C8B-B14F-4D97-AF65-F5344CB8AC3E}">
        <p14:creationId xmlns:p14="http://schemas.microsoft.com/office/powerpoint/2010/main" val="3602586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a high-level market overview of the top sectors. From there, we'll drill down into the specific skills that are most in-demand.</a:t>
            </a:r>
          </a:p>
          <a:p>
            <a:r>
              <a:rPr lang="en-US" dirty="0"/>
              <a:t>Then, we'll pivot to geography, looking at the 'job map' of the US and zooming in on the top city hotspots. We'll follow that by looking at </a:t>
            </a:r>
            <a:r>
              <a:rPr lang="en-US" i="1" dirty="0"/>
              <a:t>who</a:t>
            </a:r>
            <a:r>
              <a:rPr lang="en-US" dirty="0"/>
              <a:t> is hiring and how compensation changes with experience.</a:t>
            </a:r>
          </a:p>
          <a:p>
            <a:r>
              <a:rPr lang="en-US" dirty="0"/>
              <a:t>Finally, we'll close with a very interesting insight I found, comparing company revenue to employee satisfaction.</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2</a:t>
            </a:fld>
            <a:endParaRPr lang="en-US" dirty="0"/>
          </a:p>
        </p:txBody>
      </p:sp>
    </p:spTree>
    <p:extLst>
      <p:ext uri="{BB962C8B-B14F-4D97-AF65-F5344CB8AC3E}">
        <p14:creationId xmlns:p14="http://schemas.microsoft.com/office/powerpoint/2010/main" val="229431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big picture. This chart shows the top 10 sectors by job volume.</a:t>
            </a:r>
          </a:p>
          <a:p>
            <a:r>
              <a:rPr lang="en-US" dirty="0"/>
              <a:t>As you can see, Information Technology is, by far, the dominant sector with nearly 2,900 jobs. But what's also clear is the strength of Biotech &amp; Pharma and Business Services, which are the next two biggest employers.</a:t>
            </a:r>
          </a:p>
          <a:p>
            <a:r>
              <a:rPr lang="en-US" dirty="0"/>
              <a:t>We can also see compensation here. The top-paying sectors, like IT, Biotech, and Insurance, all show average salaries well over $100,000, while Health Care, which has a high volume of jobs, has a lower average salary at $77K.</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3</a:t>
            </a:fld>
            <a:endParaRPr lang="en-US" dirty="0"/>
          </a:p>
        </p:txBody>
      </p:sp>
    </p:spTree>
    <p:extLst>
      <p:ext uri="{BB962C8B-B14F-4D97-AF65-F5344CB8AC3E}">
        <p14:creationId xmlns:p14="http://schemas.microsoft.com/office/powerpoint/2010/main" val="1847385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know </a:t>
            </a:r>
            <a:r>
              <a:rPr lang="en-US" i="1" dirty="0"/>
              <a:t>which</a:t>
            </a:r>
            <a:r>
              <a:rPr lang="en-US" dirty="0"/>
              <a:t> sectors are hiring, but </a:t>
            </a:r>
            <a:r>
              <a:rPr lang="en-US" i="1" dirty="0"/>
              <a:t>what</a:t>
            </a:r>
            <a:r>
              <a:rPr lang="en-US" dirty="0"/>
              <a:t> skills do they want? This heatmap answers that question.</a:t>
            </a:r>
          </a:p>
          <a:p>
            <a:r>
              <a:rPr lang="en-US" dirty="0"/>
              <a:t>in the Information Technology sector, Python is the most demanded skill, appearing in 122 job postings.</a:t>
            </a:r>
          </a:p>
          <a:p>
            <a:r>
              <a:rPr lang="en-US" dirty="0"/>
              <a:t>But it's not just about Python. Look at the high numbers for Excel and AWS. These are critical skills that cut across multiple sectors, especially in Business Services, Insurance, and Finance. This shows that foundational business skills and cloud skills are in high demand just about everywhere.“</a:t>
            </a:r>
          </a:p>
          <a:p>
            <a:r>
              <a:rPr lang="en-US" dirty="0"/>
              <a:t>"This chart shows the top 10 skills in the IT sector.</a:t>
            </a:r>
          </a:p>
          <a:p>
            <a:r>
              <a:rPr lang="en-US" dirty="0"/>
              <a:t>Python is number one, with 122 jobs. SQL is second, with 109 jobs. After that are Excel with 83, Spark with 72, and AWS with 56."</a:t>
            </a:r>
          </a:p>
          <a:p>
            <a:endParaRPr lang="en-US" dirty="0"/>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4</a:t>
            </a:fld>
            <a:endParaRPr lang="en-US" dirty="0"/>
          </a:p>
        </p:txBody>
      </p:sp>
    </p:spTree>
    <p:extLst>
      <p:ext uri="{BB962C8B-B14F-4D97-AF65-F5344CB8AC3E}">
        <p14:creationId xmlns:p14="http://schemas.microsoft.com/office/powerpoint/2010/main" val="750937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the geographic distribution of jobs, and the key takeaway is immediately clear: the job market is not evenly spread out. It is </a:t>
            </a:r>
            <a:r>
              <a:rPr lang="en-US" b="1" dirty="0"/>
              <a:t>heavily concentrated on the coasts</a:t>
            </a:r>
            <a:r>
              <a:rPr lang="en-US" dirty="0"/>
              <a:t>.</a:t>
            </a:r>
          </a:p>
          <a:p>
            <a:r>
              <a:rPr lang="en-US" dirty="0"/>
              <a:t>You can see California is the absolute leader with over 2,400 jobs. But the East Coast is also a massive powerhouse, with Massachusetts having over 1,300 jobs and New York with over 1,100.</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5</a:t>
            </a:fld>
            <a:endParaRPr lang="en-US" dirty="0"/>
          </a:p>
        </p:txBody>
      </p:sp>
    </p:spTree>
    <p:extLst>
      <p:ext uri="{BB962C8B-B14F-4D97-AF65-F5344CB8AC3E}">
        <p14:creationId xmlns:p14="http://schemas.microsoft.com/office/powerpoint/2010/main" val="562492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from the state level, this </a:t>
            </a:r>
            <a:r>
              <a:rPr lang="en-US" dirty="0" err="1"/>
              <a:t>treemap</a:t>
            </a:r>
            <a:r>
              <a:rPr lang="en-US" dirty="0"/>
              <a:t> shows the top 10 cities. And this is where we see a clear trade-off between </a:t>
            </a:r>
            <a:r>
              <a:rPr lang="en-US" i="1" dirty="0"/>
              <a:t>opportunity</a:t>
            </a:r>
            <a:r>
              <a:rPr lang="en-US" dirty="0"/>
              <a:t> and </a:t>
            </a:r>
            <a:r>
              <a:rPr lang="en-US" i="1" dirty="0"/>
              <a:t>compensation</a:t>
            </a:r>
            <a:r>
              <a:rPr lang="en-US" dirty="0"/>
              <a:t>.</a:t>
            </a:r>
          </a:p>
          <a:p>
            <a:r>
              <a:rPr lang="en-US" dirty="0"/>
              <a:t>On one hand, New York City has the highest volume of jobs, at 880.</a:t>
            </a:r>
          </a:p>
          <a:p>
            <a:r>
              <a:rPr lang="en-US" dirty="0"/>
              <a:t>But if you look at salary, the Bay Area leads. San Jose offers the highest average salary at $178,000, with San Francisco close behind at $170,000. This data shows a clear choice for job seekers: are you looking for the most opportunities, or the highest possible pay?"</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6</a:t>
            </a:fld>
            <a:endParaRPr lang="en-US" dirty="0"/>
          </a:p>
        </p:txBody>
      </p:sp>
    </p:spTree>
    <p:extLst>
      <p:ext uri="{BB962C8B-B14F-4D97-AF65-F5344CB8AC3E}">
        <p14:creationId xmlns:p14="http://schemas.microsoft.com/office/powerpoint/2010/main" val="1279396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is hiring? This chart shows the top employers. You can see a three-way tie for the most jobs: Takeda, Reynolds, and MassMutual all have 224 openings.</a:t>
            </a:r>
          </a:p>
          <a:p>
            <a:r>
              <a:rPr lang="en-US" dirty="0"/>
              <a:t>But look at the pay. The salaries are all over the place. Liberty Mutual has the highest average salary on the list, at $154K. Meanwhile, </a:t>
            </a:r>
            <a:r>
              <a:rPr lang="en-US" dirty="0" err="1"/>
              <a:t>Fareportal</a:t>
            </a:r>
            <a:r>
              <a:rPr lang="en-US" dirty="0"/>
              <a:t>, which has 112 jobs, is at the low end with $65K. This shows a very wide range of pay, even among top employers."</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7</a:t>
            </a:fld>
            <a:endParaRPr lang="en-US" dirty="0"/>
          </a:p>
        </p:txBody>
      </p:sp>
    </p:spTree>
    <p:extLst>
      <p:ext uri="{BB962C8B-B14F-4D97-AF65-F5344CB8AC3E}">
        <p14:creationId xmlns:p14="http://schemas.microsoft.com/office/powerpoint/2010/main" val="658806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compensation by experience. This chart tells a really important story about the </a:t>
            </a:r>
            <a:r>
              <a:rPr lang="en-US" i="1" dirty="0"/>
              <a:t>structure</a:t>
            </a:r>
            <a:r>
              <a:rPr lang="en-US" dirty="0"/>
              <a:t> of the job market.</a:t>
            </a:r>
          </a:p>
          <a:p>
            <a:r>
              <a:rPr lang="en-US" dirty="0"/>
              <a:t>we see exactly what we'd expect with salary: pay goes up significantly with experience. It starts at </a:t>
            </a:r>
            <a:r>
              <a:rPr lang="en-US" b="1" dirty="0"/>
              <a:t>$57K</a:t>
            </a:r>
            <a:r>
              <a:rPr lang="en-US" dirty="0"/>
              <a:t> for Junior roles, jumps to </a:t>
            </a:r>
            <a:r>
              <a:rPr lang="en-US" b="1" dirty="0"/>
              <a:t>$88K</a:t>
            </a:r>
            <a:r>
              <a:rPr lang="en-US" dirty="0"/>
              <a:t> for Mid-Level, and reaches </a:t>
            </a:r>
            <a:r>
              <a:rPr lang="en-US" b="1" dirty="0"/>
              <a:t>$122K</a:t>
            </a:r>
            <a:r>
              <a:rPr lang="en-US" dirty="0"/>
              <a:t> for Senior positions.</a:t>
            </a:r>
          </a:p>
          <a:p>
            <a:endParaRPr lang="en-US" dirty="0"/>
          </a:p>
          <a:p>
            <a:r>
              <a:rPr lang="en-US" dirty="0"/>
              <a:t>Look at the Junior level. There are only </a:t>
            </a:r>
            <a:r>
              <a:rPr lang="en-US" b="1" dirty="0"/>
              <a:t>48</a:t>
            </a:r>
            <a:r>
              <a:rPr lang="en-US" dirty="0"/>
              <a:t> jobs. This suggests a very high barrier to entry. It's very competitive to get that first 'foot in the door.'</a:t>
            </a:r>
          </a:p>
          <a:p>
            <a:r>
              <a:rPr lang="en-US" dirty="0"/>
              <a:t>But then, look at what happens at the Mid-Level. The number of jobs </a:t>
            </a:r>
            <a:r>
              <a:rPr lang="en-US" b="1" dirty="0"/>
              <a:t>explodes</a:t>
            </a:r>
            <a:r>
              <a:rPr lang="en-US" dirty="0"/>
              <a:t> to over </a:t>
            </a:r>
            <a:r>
              <a:rPr lang="en-US" b="1" dirty="0"/>
              <a:t>8,300</a:t>
            </a:r>
            <a:r>
              <a:rPr lang="en-US" dirty="0"/>
              <a:t>. This is the core of the entire market.</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8</a:t>
            </a:fld>
            <a:endParaRPr lang="en-US" dirty="0"/>
          </a:p>
        </p:txBody>
      </p:sp>
    </p:spTree>
    <p:extLst>
      <p:ext uri="{BB962C8B-B14F-4D97-AF65-F5344CB8AC3E}">
        <p14:creationId xmlns:p14="http://schemas.microsoft.com/office/powerpoint/2010/main" val="30310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"Last slide. This one is interesting. Are workers at big companies happier? The data says no. The </a:t>
            </a:r>
            <a:r>
              <a:rPr lang="en-US" i="1" dirty="0"/>
              <a:t>highest</a:t>
            </a:r>
            <a:r>
              <a:rPr lang="en-US" dirty="0"/>
              <a:t> rating, 4.3, is from small companies in the $1-5 million group. There were 128 companies in that bucket. Now look at the </a:t>
            </a:r>
            <a:r>
              <a:rPr lang="en-US" i="1" dirty="0"/>
              <a:t>biggest</a:t>
            </a:r>
            <a:r>
              <a:rPr lang="en-US" dirty="0"/>
              <a:t> companies, the $10B+ group. That's the largest group, with almost 2,000 companies, but they have one of the </a:t>
            </a:r>
            <a:r>
              <a:rPr lang="en-US" i="1" dirty="0"/>
              <a:t>lowest</a:t>
            </a:r>
            <a:r>
              <a:rPr lang="en-US" dirty="0"/>
              <a:t> ratings at 3.5. So, bigger isn't better. </a:t>
            </a:r>
            <a:r>
              <a:rPr lang="en-US"/>
              <a:t>The happiest workers are at smaller companies."</a:t>
            </a:r>
          </a:p>
          <a:p>
            <a:endParaRPr lang="en-US" dirty="0"/>
          </a:p>
        </p:txBody>
      </p:sp>
      <p:sp>
        <p:nvSpPr>
          <p:cNvPr id="4" name="Slide Number Placeholder 3"/>
          <p:cNvSpPr>
            <a:spLocks noGrp="1"/>
          </p:cNvSpPr>
          <p:nvPr>
            <p:ph type="sldNum" sz="quarter" idx="5"/>
          </p:nvPr>
        </p:nvSpPr>
        <p:spPr/>
        <p:txBody>
          <a:bodyPr/>
          <a:lstStyle/>
          <a:p>
            <a:fld id="{6E98588A-26D9-4F96-8539-16F1DCBAE577}" type="slidenum">
              <a:rPr lang="en-US" smtClean="0"/>
              <a:t>9</a:t>
            </a:fld>
            <a:endParaRPr lang="en-US" dirty="0"/>
          </a:p>
        </p:txBody>
      </p:sp>
    </p:spTree>
    <p:extLst>
      <p:ext uri="{BB962C8B-B14F-4D97-AF65-F5344CB8AC3E}">
        <p14:creationId xmlns:p14="http://schemas.microsoft.com/office/powerpoint/2010/main" val="3494651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95D1-A505-20D7-4C03-1FD093B714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F38B0-FCD0-1105-8C8B-44D851880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277012-E040-E841-0D75-D8946D55A60A}"/>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F7E33108-BA9A-C095-6E5B-EBA467E734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DFF5065-C15F-DEAD-CA52-6A7B5DDE0434}"/>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2980763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62E7D-63DB-F62C-152D-3D98641610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470C5E-768E-36F2-D3BA-F4C6DDEB8D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C60456-7C5E-F452-5DA6-116B7918EAE1}"/>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5546A8A7-4166-E52E-79E6-96DF9BF885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F169AC-0774-6F10-10BF-94DC6E7503DD}"/>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154423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CCA84-FCDE-5E4E-08D2-4F93FB7633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26C1B4-F58C-7CCD-F73D-10F6BBB331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038C4E-B567-7F4E-38DD-B1804B0F7786}"/>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B81A799C-8E79-10D1-2FCD-64C6FAFF97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49B3E4-7A0A-6B71-49FC-3390E81748E2}"/>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1925070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756BB-D4FB-F686-06CB-02A63DA4F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42CD9-78C6-4413-D992-3E4F690CE5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49884C-050C-FA38-8400-70342A2B5B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B15B46-1651-3DE3-01EC-E1F6F6C246F2}"/>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6" name="Footer Placeholder 5">
            <a:extLst>
              <a:ext uri="{FF2B5EF4-FFF2-40B4-BE49-F238E27FC236}">
                <a16:creationId xmlns:a16="http://schemas.microsoft.com/office/drawing/2014/main" id="{CD9A1D76-2E68-2D8B-11B4-9CC62083404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19D8A30-25D6-AEA8-07ED-57846082CFBA}"/>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2436581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72F42-AB38-1777-61CA-26F02EDD61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40F161-E585-321D-26DF-78C2A756EC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A8B8F3-6BD3-DFAD-627C-CF70F3864A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261235-AAF4-69ED-D25E-0E966DFFCC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72E6A-D7E3-0335-D7A2-DEFE6F7FBC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6B10DC-605E-A223-9853-3DCCEA4B84BF}"/>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8" name="Footer Placeholder 7">
            <a:extLst>
              <a:ext uri="{FF2B5EF4-FFF2-40B4-BE49-F238E27FC236}">
                <a16:creationId xmlns:a16="http://schemas.microsoft.com/office/drawing/2014/main" id="{81D3A0C0-2B51-677E-2066-60746BCC80A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35FF45E-2329-1644-9F6B-F8DD69390016}"/>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232350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736C-6002-DBB5-1FC0-A060D7C0D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65A3ED-C213-AEF6-BA02-A2F2E48FA527}"/>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4" name="Footer Placeholder 3">
            <a:extLst>
              <a:ext uri="{FF2B5EF4-FFF2-40B4-BE49-F238E27FC236}">
                <a16:creationId xmlns:a16="http://schemas.microsoft.com/office/drawing/2014/main" id="{3370478E-05E8-A082-4160-3A9D7E5F908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0941EA6-BB93-7646-0772-7F1C932E0D53}"/>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376999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934829-4987-4BEC-B188-270101FEF041}"/>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3" name="Footer Placeholder 2">
            <a:extLst>
              <a:ext uri="{FF2B5EF4-FFF2-40B4-BE49-F238E27FC236}">
                <a16:creationId xmlns:a16="http://schemas.microsoft.com/office/drawing/2014/main" id="{3A631054-771D-0798-940F-091B43B0C95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ACC2EC3-7E60-4426-6F0B-791D239A0583}"/>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108839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92F7-F558-662C-0003-8CA82E1C13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E7D550-EFC6-4391-42C2-FA6C58E8C8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03005E-9145-914D-206D-62F410B8E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6AD0A6-7C0D-00A3-AACE-68024697552E}"/>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6" name="Footer Placeholder 5">
            <a:extLst>
              <a:ext uri="{FF2B5EF4-FFF2-40B4-BE49-F238E27FC236}">
                <a16:creationId xmlns:a16="http://schemas.microsoft.com/office/drawing/2014/main" id="{1365E3E0-6863-1132-0B77-1B48C33FF16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14D9220-E436-4ECB-5A65-2C14349D2441}"/>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2464669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A897-4CB1-D28F-3210-47CA338CBB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940069-114C-F224-9F64-D265ACE13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FED8A21-B45B-0BF6-952B-695D06F98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DEFD1-2F4B-1328-63DF-2BF5C664E064}"/>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6" name="Footer Placeholder 5">
            <a:extLst>
              <a:ext uri="{FF2B5EF4-FFF2-40B4-BE49-F238E27FC236}">
                <a16:creationId xmlns:a16="http://schemas.microsoft.com/office/drawing/2014/main" id="{73A5DB31-4F41-DD66-CC6A-C8AC7B9A0B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A5952A2-4B63-5CD5-8030-9AC1274D53B3}"/>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18939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1907-9CAF-860F-C8B1-CA5890DB13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CDF34F-1C56-CF36-F902-46F351C93D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A20B2B-E888-B773-DBEB-3F2892521237}"/>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B85ADFF7-E8C9-4599-C52D-41DE9F7CF6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E7FD95-3429-CFF0-9BE0-FB15AD08B112}"/>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71595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3AAEFF-860C-EBFE-DA4E-8EF6A1D8AD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2BE976-581F-2428-0A85-0131D3187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2DA6D-B7EC-40D2-6A2E-B03C5E25627D}"/>
              </a:ext>
            </a:extLst>
          </p:cNvPr>
          <p:cNvSpPr>
            <a:spLocks noGrp="1"/>
          </p:cNvSpPr>
          <p:nvPr>
            <p:ph type="dt" sz="half" idx="10"/>
          </p:nvPr>
        </p:nvSpPr>
        <p:spPr/>
        <p:txBody>
          <a:body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0A235D33-8485-86B2-4717-C1265CEC8D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1C7ACD-963A-1FA6-6BF0-F54DBC18B796}"/>
              </a:ext>
            </a:extLst>
          </p:cNvPr>
          <p:cNvSpPr>
            <a:spLocks noGrp="1"/>
          </p:cNvSpPr>
          <p:nvPr>
            <p:ph type="sldNum" sz="quarter" idx="12"/>
          </p:nvPr>
        </p:nvSpPr>
        <p:spPr/>
        <p:txBody>
          <a:bodyPr/>
          <a:lstStyle/>
          <a:p>
            <a:fld id="{3A17082E-2C7F-4EAC-9B66-4F4691B655A1}" type="slidenum">
              <a:rPr lang="en-US" smtClean="0"/>
              <a:t>‹#›</a:t>
            </a:fld>
            <a:endParaRPr lang="en-US" dirty="0"/>
          </a:p>
        </p:txBody>
      </p:sp>
    </p:spTree>
    <p:extLst>
      <p:ext uri="{BB962C8B-B14F-4D97-AF65-F5344CB8AC3E}">
        <p14:creationId xmlns:p14="http://schemas.microsoft.com/office/powerpoint/2010/main" val="13759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75740C-D6A5-07BB-AEA5-31F9DCBE3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78A64B-7E55-2FCC-0035-A1142D7DB7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A6ABE-5610-4A08-79FF-F87B1AD6BB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D1332F-B64D-403D-97F1-9FBA3F4B9432}" type="datetimeFigureOut">
              <a:rPr lang="en-US" smtClean="0"/>
              <a:t>12/2/2025</a:t>
            </a:fld>
            <a:endParaRPr lang="en-US" dirty="0"/>
          </a:p>
        </p:txBody>
      </p:sp>
      <p:sp>
        <p:nvSpPr>
          <p:cNvPr id="5" name="Footer Placeholder 4">
            <a:extLst>
              <a:ext uri="{FF2B5EF4-FFF2-40B4-BE49-F238E27FC236}">
                <a16:creationId xmlns:a16="http://schemas.microsoft.com/office/drawing/2014/main" id="{6EAAEDC2-8404-2CF4-5888-218FE8073B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0A6B964-F9A5-8311-4089-345ACC686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17082E-2C7F-4EAC-9B66-4F4691B655A1}" type="slidenum">
              <a:rPr lang="en-US" smtClean="0"/>
              <a:t>‹#›</a:t>
            </a:fld>
            <a:endParaRPr lang="en-US" dirty="0"/>
          </a:p>
        </p:txBody>
      </p:sp>
    </p:spTree>
    <p:extLst>
      <p:ext uri="{BB962C8B-B14F-4D97-AF65-F5344CB8AC3E}">
        <p14:creationId xmlns:p14="http://schemas.microsoft.com/office/powerpoint/2010/main" val="194022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background with blue text">
            <a:extLst>
              <a:ext uri="{FF2B5EF4-FFF2-40B4-BE49-F238E27FC236}">
                <a16:creationId xmlns:a16="http://schemas.microsoft.com/office/drawing/2014/main" id="{E2A21F1C-3F7F-3ED4-5424-D10EECDFCE33}"/>
              </a:ext>
            </a:extLst>
          </p:cNvPr>
          <p:cNvPicPr>
            <a:picLocks noChangeAspect="1"/>
          </p:cNvPicPr>
          <p:nvPr/>
        </p:nvPicPr>
        <p:blipFill>
          <a:blip r:embed="rId3">
            <a:extLst>
              <a:ext uri="{28A0092B-C50C-407E-A947-70E740481C1C}">
                <a14:useLocalDpi xmlns:a14="http://schemas.microsoft.com/office/drawing/2010/main" val="0"/>
              </a:ext>
            </a:extLst>
          </a:blip>
          <a:srcRect t="4026" b="151"/>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1801611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FC0F75-3586-17AC-C18C-B2E2C723554B}"/>
              </a:ext>
            </a:extLst>
          </p:cNvPr>
          <p:cNvSpPr>
            <a:spLocks noGrp="1"/>
          </p:cNvSpPr>
          <p:nvPr>
            <p:ph type="title"/>
          </p:nvPr>
        </p:nvSpPr>
        <p:spPr>
          <a:xfrm>
            <a:off x="1629751" y="934327"/>
            <a:ext cx="8924392" cy="1058275"/>
          </a:xfrm>
        </p:spPr>
        <p:txBody>
          <a:bodyPr vert="horz" lIns="91440" tIns="45720" rIns="91440" bIns="45720" rtlCol="0" anchor="ctr">
            <a:normAutofit/>
          </a:bodyPr>
          <a:lstStyle/>
          <a:p>
            <a:pPr algn="ctr"/>
            <a:r>
              <a:rPr lang="en-US" sz="3400" b="1" kern="1200">
                <a:solidFill>
                  <a:schemeClr val="tx1"/>
                </a:solidFill>
                <a:latin typeface="+mj-lt"/>
                <a:ea typeface="+mj-ea"/>
                <a:cs typeface="+mj-cs"/>
              </a:rPr>
              <a:t>Today's Agenda</a:t>
            </a:r>
            <a:br>
              <a:rPr lang="en-US" sz="3400" b="1" kern="1200">
                <a:solidFill>
                  <a:schemeClr val="tx1"/>
                </a:solidFill>
                <a:latin typeface="+mj-lt"/>
                <a:ea typeface="+mj-ea"/>
                <a:cs typeface="+mj-cs"/>
              </a:rPr>
            </a:br>
            <a:endParaRPr lang="en-US" sz="3400" kern="1200">
              <a:solidFill>
                <a:schemeClr val="tx1"/>
              </a:solidFill>
              <a:latin typeface="+mj-lt"/>
              <a:ea typeface="+mj-ea"/>
              <a:cs typeface="+mj-cs"/>
            </a:endParaRPr>
          </a:p>
        </p:txBody>
      </p:sp>
      <p:sp>
        <p:nvSpPr>
          <p:cNvPr id="37" name="Freeform: Shape 36">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33B7881E-7360-20D7-6FDF-66D8A35B5B7F}"/>
              </a:ext>
            </a:extLst>
          </p:cNvPr>
          <p:cNvSpPr txBox="1"/>
          <p:nvPr/>
        </p:nvSpPr>
        <p:spPr>
          <a:xfrm>
            <a:off x="1941207" y="2752316"/>
            <a:ext cx="8309586" cy="2756848"/>
          </a:xfrm>
          <a:prstGeom prst="rect">
            <a:avLst/>
          </a:prstGeom>
        </p:spPr>
        <p:txBody>
          <a:bodyPr vert="horz" lIns="91440" tIns="45720" rIns="91440" bIns="45720" rtlCol="0">
            <a:normAutofit/>
          </a:bodyPr>
          <a:lstStyle/>
          <a:p>
            <a:pPr indent="-228600">
              <a:lnSpc>
                <a:spcPct val="90000"/>
              </a:lnSpc>
              <a:spcAft>
                <a:spcPts val="1500"/>
              </a:spcAft>
              <a:buFont typeface="Arial" panose="020B0604020202020204" pitchFamily="34" charset="0"/>
              <a:buChar char="•"/>
            </a:pPr>
            <a:r>
              <a:rPr lang="en-US" sz="1400" b="1" i="0">
                <a:effectLst/>
              </a:rPr>
              <a:t>Market Overview:</a:t>
            </a:r>
            <a:r>
              <a:rPr lang="en-US" sz="1400" b="0" i="0">
                <a:effectLst/>
              </a:rPr>
              <a:t> Top Sectors &amp; Job Volume</a:t>
            </a:r>
          </a:p>
          <a:p>
            <a:pPr indent="-228600">
              <a:lnSpc>
                <a:spcPct val="90000"/>
              </a:lnSpc>
              <a:spcAft>
                <a:spcPts val="1500"/>
              </a:spcAft>
              <a:buFont typeface="Arial" panose="020B0604020202020204" pitchFamily="34" charset="0"/>
              <a:buChar char="•"/>
            </a:pPr>
            <a:r>
              <a:rPr lang="en-US" sz="1400" b="1" i="0">
                <a:effectLst/>
              </a:rPr>
              <a:t>In-Demand Skills:</a:t>
            </a:r>
            <a:r>
              <a:rPr lang="en-US" sz="1400" b="0" i="0">
                <a:effectLst/>
              </a:rPr>
              <a:t> Top 10 Skills by Sector</a:t>
            </a:r>
          </a:p>
          <a:p>
            <a:pPr indent="-228600">
              <a:lnSpc>
                <a:spcPct val="90000"/>
              </a:lnSpc>
              <a:spcAft>
                <a:spcPts val="1500"/>
              </a:spcAft>
              <a:buFont typeface="Arial" panose="020B0604020202020204" pitchFamily="34" charset="0"/>
              <a:buChar char="•"/>
            </a:pPr>
            <a:r>
              <a:rPr lang="en-US" sz="1400" b="1" i="0">
                <a:effectLst/>
              </a:rPr>
              <a:t>The Job Map:</a:t>
            </a:r>
            <a:r>
              <a:rPr lang="en-US" sz="1400" b="0" i="0">
                <a:effectLst/>
              </a:rPr>
              <a:t> Geographic Distribution Across the US</a:t>
            </a:r>
          </a:p>
          <a:p>
            <a:pPr indent="-228600">
              <a:lnSpc>
                <a:spcPct val="90000"/>
              </a:lnSpc>
              <a:spcAft>
                <a:spcPts val="1500"/>
              </a:spcAft>
              <a:buFont typeface="Arial" panose="020B0604020202020204" pitchFamily="34" charset="0"/>
              <a:buChar char="•"/>
            </a:pPr>
            <a:r>
              <a:rPr lang="en-US" sz="1400" b="1" i="0">
                <a:effectLst/>
              </a:rPr>
              <a:t>City Hotspots:</a:t>
            </a:r>
            <a:r>
              <a:rPr lang="en-US" sz="1400" b="0" i="0">
                <a:effectLst/>
              </a:rPr>
              <a:t> Salary vs. Opportunity in Key Locations</a:t>
            </a:r>
          </a:p>
          <a:p>
            <a:pPr indent="-228600">
              <a:lnSpc>
                <a:spcPct val="90000"/>
              </a:lnSpc>
              <a:spcAft>
                <a:spcPts val="1500"/>
              </a:spcAft>
              <a:buFont typeface="Arial" panose="020B0604020202020204" pitchFamily="34" charset="0"/>
              <a:buChar char="•"/>
            </a:pPr>
            <a:r>
              <a:rPr lang="en-US" sz="1400" b="1" i="0">
                <a:effectLst/>
              </a:rPr>
              <a:t>Key Employers:</a:t>
            </a:r>
            <a:r>
              <a:rPr lang="en-US" sz="1400" b="0" i="0">
                <a:effectLst/>
              </a:rPr>
              <a:t> Who is Hiring and What They Pay</a:t>
            </a:r>
          </a:p>
          <a:p>
            <a:pPr indent="-228600">
              <a:lnSpc>
                <a:spcPct val="90000"/>
              </a:lnSpc>
              <a:spcAft>
                <a:spcPts val="1500"/>
              </a:spcAft>
              <a:buFont typeface="Arial" panose="020B0604020202020204" pitchFamily="34" charset="0"/>
              <a:buChar char="•"/>
            </a:pPr>
            <a:r>
              <a:rPr lang="en-US" sz="1400" b="1" i="0">
                <a:effectLst/>
              </a:rPr>
              <a:t>Career Growth:</a:t>
            </a:r>
            <a:r>
              <a:rPr lang="en-US" sz="1400" b="0" i="0">
                <a:effectLst/>
              </a:rPr>
              <a:t> Compensation by Experience Level</a:t>
            </a:r>
          </a:p>
          <a:p>
            <a:pPr indent="-228600">
              <a:lnSpc>
                <a:spcPct val="90000"/>
              </a:lnSpc>
              <a:spcAft>
                <a:spcPts val="1500"/>
              </a:spcAft>
              <a:buFont typeface="Arial" panose="020B0604020202020204" pitchFamily="34" charset="0"/>
              <a:buChar char="•"/>
            </a:pPr>
            <a:r>
              <a:rPr lang="en-US" sz="1400" b="1" i="0">
                <a:effectLst/>
              </a:rPr>
              <a:t>Final Insight:</a:t>
            </a:r>
            <a:r>
              <a:rPr lang="en-US" sz="1400" b="0" i="0">
                <a:effectLst/>
              </a:rPr>
              <a:t> Company Revenue vs. Employee Rating</a:t>
            </a:r>
          </a:p>
        </p:txBody>
      </p:sp>
    </p:spTree>
    <p:extLst>
      <p:ext uri="{BB962C8B-B14F-4D97-AF65-F5344CB8AC3E}">
        <p14:creationId xmlns:p14="http://schemas.microsoft.com/office/powerpoint/2010/main" val="761922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3328-38AA-0505-9D94-29AD0F99CD96}"/>
              </a:ext>
            </a:extLst>
          </p:cNvPr>
          <p:cNvSpPr>
            <a:spLocks noGrp="1"/>
          </p:cNvSpPr>
          <p:nvPr>
            <p:ph type="title"/>
          </p:nvPr>
        </p:nvSpPr>
        <p:spPr>
          <a:xfrm>
            <a:off x="838200" y="33761"/>
            <a:ext cx="10515600" cy="721248"/>
          </a:xfrm>
        </p:spPr>
        <p:txBody>
          <a:bodyPr>
            <a:normAutofit/>
          </a:bodyPr>
          <a:lstStyle/>
          <a:p>
            <a:pPr algn="ctr"/>
            <a:r>
              <a:rPr lang="en-US" sz="1800" b="1" dirty="0"/>
              <a:t>Top 10 Sectors — Job Volume &amp; Compensation</a:t>
            </a:r>
          </a:p>
        </p:txBody>
      </p:sp>
      <p:sp>
        <p:nvSpPr>
          <p:cNvPr id="3" name="Subtitle 2">
            <a:extLst>
              <a:ext uri="{FF2B5EF4-FFF2-40B4-BE49-F238E27FC236}">
                <a16:creationId xmlns:a16="http://schemas.microsoft.com/office/drawing/2014/main" id="{E9CA718A-1E3C-820D-69EF-3C9A40B7B4D7}"/>
              </a:ext>
            </a:extLst>
          </p:cNvPr>
          <p:cNvSpPr>
            <a:spLocks noGrp="1"/>
          </p:cNvSpPr>
          <p:nvPr>
            <p:ph idx="4294967295"/>
          </p:nvPr>
        </p:nvSpPr>
        <p:spPr>
          <a:xfrm>
            <a:off x="0" y="1825625"/>
            <a:ext cx="10515600" cy="4351338"/>
          </a:xfrm>
        </p:spPr>
        <p:txBody>
          <a:bodyPr/>
          <a:lstStyle/>
          <a:p>
            <a:endParaRPr lang="en-US" dirty="0"/>
          </a:p>
          <a:p>
            <a:endParaRPr lang="en-US" dirty="0"/>
          </a:p>
          <a:p>
            <a:endParaRPr lang="en-US" dirty="0"/>
          </a:p>
        </p:txBody>
      </p:sp>
      <p:pic>
        <p:nvPicPr>
          <p:cNvPr id="7" name="Picture 6">
            <a:extLst>
              <a:ext uri="{FF2B5EF4-FFF2-40B4-BE49-F238E27FC236}">
                <a16:creationId xmlns:a16="http://schemas.microsoft.com/office/drawing/2014/main" id="{F24A3D9A-2B6B-8AD1-9BAF-BB3C17B541A4}"/>
              </a:ext>
            </a:extLst>
          </p:cNvPr>
          <p:cNvPicPr>
            <a:picLocks noChangeAspect="1"/>
          </p:cNvPicPr>
          <p:nvPr/>
        </p:nvPicPr>
        <p:blipFill>
          <a:blip r:embed="rId3"/>
          <a:stretch>
            <a:fillRect/>
          </a:stretch>
        </p:blipFill>
        <p:spPr>
          <a:xfrm>
            <a:off x="0" y="475507"/>
            <a:ext cx="12192000" cy="6382493"/>
          </a:xfrm>
          <a:prstGeom prst="rect">
            <a:avLst/>
          </a:prstGeom>
        </p:spPr>
      </p:pic>
    </p:spTree>
    <p:extLst>
      <p:ext uri="{BB962C8B-B14F-4D97-AF65-F5344CB8AC3E}">
        <p14:creationId xmlns:p14="http://schemas.microsoft.com/office/powerpoint/2010/main" val="275992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7EF1F7-545A-519B-4474-2CF1FDC5DEBC}"/>
              </a:ext>
            </a:extLst>
          </p:cNvPr>
          <p:cNvSpPr>
            <a:spLocks noGrp="1"/>
          </p:cNvSpPr>
          <p:nvPr>
            <p:ph type="title"/>
          </p:nvPr>
        </p:nvSpPr>
        <p:spPr>
          <a:xfrm>
            <a:off x="9267909" y="2023110"/>
            <a:ext cx="2469624" cy="2846070"/>
          </a:xfrm>
          <a:prstGeom prst="ellipse">
            <a:avLst/>
          </a:prstGeom>
        </p:spPr>
        <p:txBody>
          <a:bodyPr vert="horz" lIns="91440" tIns="45720" rIns="91440" bIns="45720" rtlCol="0" anchor="ctr">
            <a:normAutofit/>
          </a:bodyPr>
          <a:lstStyle/>
          <a:p>
            <a:r>
              <a:rPr lang="en-US" sz="2600" b="1" kern="1200">
                <a:solidFill>
                  <a:schemeClr val="tx1"/>
                </a:solidFill>
                <a:latin typeface="+mj-lt"/>
                <a:ea typeface="+mj-ea"/>
                <a:cs typeface="+mj-cs"/>
              </a:rPr>
              <a:t>Most Demanded Top 10 Skill in Job Sector</a:t>
            </a:r>
          </a:p>
        </p:txBody>
      </p:sp>
      <p:sp>
        <p:nvSpPr>
          <p:cNvPr id="26" name="Rectangle 2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a:extLst>
              <a:ext uri="{FF2B5EF4-FFF2-40B4-BE49-F238E27FC236}">
                <a16:creationId xmlns:a16="http://schemas.microsoft.com/office/drawing/2014/main" id="{0E5A82FF-8B1F-C212-D5FB-D71531DB22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238" y="887165"/>
            <a:ext cx="7608304" cy="5154625"/>
          </a:xfrm>
          <a:prstGeom prst="rect">
            <a:avLst/>
          </a:prstGeom>
        </p:spPr>
      </p:pic>
      <p:sp>
        <p:nvSpPr>
          <p:cNvPr id="30" name="Rectangle 2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utoShape 2">
            <a:extLst>
              <a:ext uri="{FF2B5EF4-FFF2-40B4-BE49-F238E27FC236}">
                <a16:creationId xmlns:a16="http://schemas.microsoft.com/office/drawing/2014/main" id="{10B59720-9CA4-5AE1-9A1F-046B648D75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a:extLst>
              <a:ext uri="{FF2B5EF4-FFF2-40B4-BE49-F238E27FC236}">
                <a16:creationId xmlns:a16="http://schemas.microsoft.com/office/drawing/2014/main" id="{517959DB-181A-CA1A-BC32-0708E31F797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18594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5B9C-70CC-D4D8-4963-E3ABB425F4A1}"/>
              </a:ext>
            </a:extLst>
          </p:cNvPr>
          <p:cNvSpPr>
            <a:spLocks noGrp="1"/>
          </p:cNvSpPr>
          <p:nvPr>
            <p:ph type="title"/>
          </p:nvPr>
        </p:nvSpPr>
        <p:spPr>
          <a:xfrm>
            <a:off x="148472" y="80128"/>
            <a:ext cx="10515600" cy="608030"/>
          </a:xfrm>
        </p:spPr>
        <p:txBody>
          <a:bodyPr>
            <a:normAutofit/>
          </a:bodyPr>
          <a:lstStyle/>
          <a:p>
            <a:pPr algn="ctr"/>
            <a:r>
              <a:rPr lang="en-US" sz="2400" b="1"/>
              <a:t>Geographic Distribution of Jobs</a:t>
            </a:r>
            <a:endParaRPr lang="en-US" sz="2400" b="1" dirty="0"/>
          </a:p>
        </p:txBody>
      </p:sp>
      <p:pic>
        <p:nvPicPr>
          <p:cNvPr id="6" name="Picture 5">
            <a:extLst>
              <a:ext uri="{FF2B5EF4-FFF2-40B4-BE49-F238E27FC236}">
                <a16:creationId xmlns:a16="http://schemas.microsoft.com/office/drawing/2014/main" id="{DCB04347-9E74-F7C2-78CE-A5FC4F80D4F9}"/>
              </a:ext>
            </a:extLst>
          </p:cNvPr>
          <p:cNvPicPr>
            <a:picLocks noChangeAspect="1"/>
          </p:cNvPicPr>
          <p:nvPr/>
        </p:nvPicPr>
        <p:blipFill>
          <a:blip r:embed="rId3"/>
          <a:stretch>
            <a:fillRect/>
          </a:stretch>
        </p:blipFill>
        <p:spPr>
          <a:xfrm>
            <a:off x="10417717" y="1155089"/>
            <a:ext cx="1508209" cy="2845242"/>
          </a:xfrm>
          <a:prstGeom prst="rect">
            <a:avLst/>
          </a:prstGeom>
        </p:spPr>
      </p:pic>
      <p:pic>
        <p:nvPicPr>
          <p:cNvPr id="8" name="Picture 7">
            <a:extLst>
              <a:ext uri="{FF2B5EF4-FFF2-40B4-BE49-F238E27FC236}">
                <a16:creationId xmlns:a16="http://schemas.microsoft.com/office/drawing/2014/main" id="{DC005C6A-29E2-61F1-EB07-6965E899DB8D}"/>
              </a:ext>
            </a:extLst>
          </p:cNvPr>
          <p:cNvPicPr>
            <a:picLocks noChangeAspect="1"/>
          </p:cNvPicPr>
          <p:nvPr/>
        </p:nvPicPr>
        <p:blipFill>
          <a:blip r:embed="rId4"/>
          <a:stretch>
            <a:fillRect/>
          </a:stretch>
        </p:blipFill>
        <p:spPr>
          <a:xfrm>
            <a:off x="-10211" y="560896"/>
            <a:ext cx="10355306" cy="5934248"/>
          </a:xfrm>
          <a:prstGeom prst="rect">
            <a:avLst/>
          </a:prstGeom>
        </p:spPr>
      </p:pic>
      <p:sp>
        <p:nvSpPr>
          <p:cNvPr id="9" name="Rectangle 8">
            <a:extLst>
              <a:ext uri="{FF2B5EF4-FFF2-40B4-BE49-F238E27FC236}">
                <a16:creationId xmlns:a16="http://schemas.microsoft.com/office/drawing/2014/main" id="{D0C87D84-BACC-A54F-D24E-F22C21CA8D37}"/>
              </a:ext>
            </a:extLst>
          </p:cNvPr>
          <p:cNvSpPr/>
          <p:nvPr/>
        </p:nvSpPr>
        <p:spPr>
          <a:xfrm>
            <a:off x="10544744" y="872890"/>
            <a:ext cx="1254154" cy="282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800" b="1" dirty="0"/>
              <a:t>Top 10 States</a:t>
            </a:r>
          </a:p>
        </p:txBody>
      </p:sp>
    </p:spTree>
    <p:extLst>
      <p:ext uri="{BB962C8B-B14F-4D97-AF65-F5344CB8AC3E}">
        <p14:creationId xmlns:p14="http://schemas.microsoft.com/office/powerpoint/2010/main" val="2450663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F49FD1-D55A-6CA1-E398-F86C44777DCB}"/>
              </a:ext>
            </a:extLst>
          </p:cNvPr>
          <p:cNvSpPr>
            <a:spLocks noGrp="1"/>
          </p:cNvSpPr>
          <p:nvPr>
            <p:ph type="title"/>
          </p:nvPr>
        </p:nvSpPr>
        <p:spPr>
          <a:xfrm>
            <a:off x="556532" y="643467"/>
            <a:ext cx="11210925" cy="744836"/>
          </a:xfrm>
        </p:spPr>
        <p:txBody>
          <a:bodyPr>
            <a:normAutofit/>
          </a:bodyPr>
          <a:lstStyle/>
          <a:p>
            <a:pPr algn="ctr"/>
            <a:r>
              <a:rPr lang="en-US" sz="3200">
                <a:solidFill>
                  <a:schemeClr val="bg1"/>
                </a:solidFill>
              </a:rPr>
              <a:t>Average Upper Salary by Top 10 Job Locations (City)</a:t>
            </a:r>
          </a:p>
        </p:txBody>
      </p:sp>
      <p:pic>
        <p:nvPicPr>
          <p:cNvPr id="4" name="Picture 3" descr="A screenshot of a computer screen&#10;&#10;AI-generated content may be incorrect.">
            <a:extLst>
              <a:ext uri="{FF2B5EF4-FFF2-40B4-BE49-F238E27FC236}">
                <a16:creationId xmlns:a16="http://schemas.microsoft.com/office/drawing/2014/main" id="{84ECB54A-56EF-C9F5-69B9-F08A620DC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1025" y="1675227"/>
            <a:ext cx="8409950" cy="4394199"/>
          </a:xfrm>
          <a:prstGeom prst="rect">
            <a:avLst/>
          </a:prstGeom>
        </p:spPr>
      </p:pic>
    </p:spTree>
    <p:extLst>
      <p:ext uri="{BB962C8B-B14F-4D97-AF65-F5344CB8AC3E}">
        <p14:creationId xmlns:p14="http://schemas.microsoft.com/office/powerpoint/2010/main" val="3065667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D46C83C-84FA-6798-8E55-E74842795E90}"/>
              </a:ext>
            </a:extLst>
          </p:cNvPr>
          <p:cNvSpPr>
            <a:spLocks noGrp="1"/>
          </p:cNvSpPr>
          <p:nvPr>
            <p:ph type="title"/>
          </p:nvPr>
        </p:nvSpPr>
        <p:spPr>
          <a:xfrm>
            <a:off x="832757" y="1938628"/>
            <a:ext cx="2628900" cy="2547257"/>
          </a:xfrm>
          <a:noFill/>
        </p:spPr>
        <p:txBody>
          <a:bodyPr anchor="ctr">
            <a:normAutofit/>
          </a:bodyPr>
          <a:lstStyle/>
          <a:p>
            <a:pPr algn="ctr"/>
            <a:r>
              <a:rPr lang="en-US" sz="3300" dirty="0">
                <a:solidFill>
                  <a:srgbClr val="FFFFFF"/>
                </a:solidFill>
              </a:rPr>
              <a:t>Top Employers by Job Volume, with Average Salary</a:t>
            </a:r>
          </a:p>
        </p:txBody>
      </p:sp>
      <p:pic>
        <p:nvPicPr>
          <p:cNvPr id="6" name="Picture 5" descr="A graph of numbers and a number of jobs&#10;&#10;AI-generated content may be incorrect.">
            <a:extLst>
              <a:ext uri="{FF2B5EF4-FFF2-40B4-BE49-F238E27FC236}">
                <a16:creationId xmlns:a16="http://schemas.microsoft.com/office/drawing/2014/main" id="{AE939EB5-E700-6510-1624-2EEDBBB27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0629" y="377371"/>
            <a:ext cx="8178800" cy="6233886"/>
          </a:xfrm>
          <a:prstGeom prst="rect">
            <a:avLst/>
          </a:prstGeom>
        </p:spPr>
      </p:pic>
    </p:spTree>
    <p:extLst>
      <p:ext uri="{BB962C8B-B14F-4D97-AF65-F5344CB8AC3E}">
        <p14:creationId xmlns:p14="http://schemas.microsoft.com/office/powerpoint/2010/main" val="363966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3263E-B453-56FC-DD38-6FB0470FBFDA}"/>
              </a:ext>
            </a:extLst>
          </p:cNvPr>
          <p:cNvSpPr>
            <a:spLocks noGrp="1"/>
          </p:cNvSpPr>
          <p:nvPr>
            <p:ph type="title"/>
          </p:nvPr>
        </p:nvSpPr>
        <p:spPr>
          <a:xfrm>
            <a:off x="612638" y="0"/>
            <a:ext cx="10583589" cy="386374"/>
          </a:xfrm>
        </p:spPr>
        <p:txBody>
          <a:bodyPr>
            <a:normAutofit/>
          </a:bodyPr>
          <a:lstStyle/>
          <a:p>
            <a:pPr algn="ctr"/>
            <a:r>
              <a:rPr lang="en-US" sz="1800" b="1" dirty="0"/>
              <a:t>Compensation by Experience Level</a:t>
            </a:r>
          </a:p>
        </p:txBody>
      </p:sp>
      <p:pic>
        <p:nvPicPr>
          <p:cNvPr id="4" name="Picture 3">
            <a:extLst>
              <a:ext uri="{FF2B5EF4-FFF2-40B4-BE49-F238E27FC236}">
                <a16:creationId xmlns:a16="http://schemas.microsoft.com/office/drawing/2014/main" id="{91192015-B938-F002-5ECE-61257B4D914C}"/>
              </a:ext>
            </a:extLst>
          </p:cNvPr>
          <p:cNvPicPr>
            <a:picLocks noChangeAspect="1"/>
          </p:cNvPicPr>
          <p:nvPr/>
        </p:nvPicPr>
        <p:blipFill>
          <a:blip r:embed="rId3"/>
          <a:stretch>
            <a:fillRect/>
          </a:stretch>
        </p:blipFill>
        <p:spPr>
          <a:xfrm>
            <a:off x="70338" y="422592"/>
            <a:ext cx="12051323" cy="6435408"/>
          </a:xfrm>
          <a:prstGeom prst="rect">
            <a:avLst/>
          </a:prstGeom>
        </p:spPr>
      </p:pic>
    </p:spTree>
    <p:extLst>
      <p:ext uri="{BB962C8B-B14F-4D97-AF65-F5344CB8AC3E}">
        <p14:creationId xmlns:p14="http://schemas.microsoft.com/office/powerpoint/2010/main" val="3729416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B66C0D-DCB8-426B-22E6-5CF489029A09}"/>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b="1" kern="1200" dirty="0">
                <a:solidFill>
                  <a:schemeClr val="tx1"/>
                </a:solidFill>
                <a:latin typeface="+mj-lt"/>
                <a:ea typeface="+mj-ea"/>
                <a:cs typeface="+mj-cs"/>
              </a:rPr>
              <a:t>Average Rating by Company Revenue Bracket</a:t>
            </a:r>
          </a:p>
        </p:txBody>
      </p:sp>
      <p:sp>
        <p:nvSpPr>
          <p:cNvPr id="4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graph with numbers and lines">
            <a:extLst>
              <a:ext uri="{FF2B5EF4-FFF2-40B4-BE49-F238E27FC236}">
                <a16:creationId xmlns:a16="http://schemas.microsoft.com/office/drawing/2014/main" id="{BB773F70-9833-E372-7A6E-8BD838EDD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8373" y="1169735"/>
            <a:ext cx="7970539" cy="4491098"/>
          </a:xfrm>
          <a:prstGeom prst="rect">
            <a:avLst/>
          </a:prstGeom>
        </p:spPr>
      </p:pic>
    </p:spTree>
    <p:extLst>
      <p:ext uri="{BB962C8B-B14F-4D97-AF65-F5344CB8AC3E}">
        <p14:creationId xmlns:p14="http://schemas.microsoft.com/office/powerpoint/2010/main" val="1115103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1033" name="Freeform: Shape 1032">
            <a:extLst>
              <a:ext uri="{FF2B5EF4-FFF2-40B4-BE49-F238E27FC236}">
                <a16:creationId xmlns:a16="http://schemas.microsoft.com/office/drawing/2014/main" id="{2F0E00C3-4613-415F-BE3A-78FBAD906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495175" cy="6858000"/>
          </a:xfrm>
          <a:custGeom>
            <a:avLst/>
            <a:gdLst>
              <a:gd name="connsiteX0" fmla="*/ 0 w 10495175"/>
              <a:gd name="connsiteY0" fmla="*/ 0 h 6858000"/>
              <a:gd name="connsiteX1" fmla="*/ 5289224 w 10495175"/>
              <a:gd name="connsiteY1" fmla="*/ 0 h 6858000"/>
              <a:gd name="connsiteX2" fmla="*/ 6736007 w 10495175"/>
              <a:gd name="connsiteY2" fmla="*/ 0 h 6858000"/>
              <a:gd name="connsiteX3" fmla="*/ 6998753 w 10495175"/>
              <a:gd name="connsiteY3" fmla="*/ 0 h 6858000"/>
              <a:gd name="connsiteX4" fmla="*/ 7778919 w 10495175"/>
              <a:gd name="connsiteY4" fmla="*/ 0 h 6858000"/>
              <a:gd name="connsiteX5" fmla="*/ 8872152 w 10495175"/>
              <a:gd name="connsiteY5" fmla="*/ 0 h 6858000"/>
              <a:gd name="connsiteX6" fmla="*/ 8894276 w 10495175"/>
              <a:gd name="connsiteY6" fmla="*/ 14997 h 6858000"/>
              <a:gd name="connsiteX7" fmla="*/ 10495175 w 10495175"/>
              <a:gd name="connsiteY7" fmla="*/ 3621656 h 6858000"/>
              <a:gd name="connsiteX8" fmla="*/ 8620825 w 10495175"/>
              <a:gd name="connsiteY8" fmla="*/ 6374814 h 6858000"/>
              <a:gd name="connsiteX9" fmla="*/ 8104177 w 10495175"/>
              <a:gd name="connsiteY9" fmla="*/ 6780599 h 6858000"/>
              <a:gd name="connsiteX10" fmla="*/ 7992421 w 10495175"/>
              <a:gd name="connsiteY10" fmla="*/ 6858000 h 6858000"/>
              <a:gd name="connsiteX11" fmla="*/ 7778919 w 10495175"/>
              <a:gd name="connsiteY11" fmla="*/ 6858000 h 6858000"/>
              <a:gd name="connsiteX12" fmla="*/ 6998753 w 10495175"/>
              <a:gd name="connsiteY12" fmla="*/ 6858000 h 6858000"/>
              <a:gd name="connsiteX13" fmla="*/ 6736007 w 10495175"/>
              <a:gd name="connsiteY13" fmla="*/ 6858000 h 6858000"/>
              <a:gd name="connsiteX14" fmla="*/ 5289224 w 10495175"/>
              <a:gd name="connsiteY14" fmla="*/ 6858000 h 6858000"/>
              <a:gd name="connsiteX15" fmla="*/ 0 w 10495175"/>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95175" h="6858000">
                <a:moveTo>
                  <a:pt x="0" y="0"/>
                </a:moveTo>
                <a:lnTo>
                  <a:pt x="5289224" y="0"/>
                </a:lnTo>
                <a:lnTo>
                  <a:pt x="6736007" y="0"/>
                </a:lnTo>
                <a:lnTo>
                  <a:pt x="6998753" y="0"/>
                </a:lnTo>
                <a:lnTo>
                  <a:pt x="7778919" y="0"/>
                </a:lnTo>
                <a:lnTo>
                  <a:pt x="8872152" y="0"/>
                </a:lnTo>
                <a:lnTo>
                  <a:pt x="8894276" y="14997"/>
                </a:lnTo>
                <a:cubicBezTo>
                  <a:pt x="9921439" y="754641"/>
                  <a:pt x="10495175" y="2093192"/>
                  <a:pt x="10495175" y="3621656"/>
                </a:cubicBezTo>
                <a:cubicBezTo>
                  <a:pt x="10495175" y="4969131"/>
                  <a:pt x="9566450" y="5602839"/>
                  <a:pt x="8620825" y="6374814"/>
                </a:cubicBezTo>
                <a:cubicBezTo>
                  <a:pt x="8448622" y="6515397"/>
                  <a:pt x="8277995" y="6653108"/>
                  <a:pt x="8104177" y="6780599"/>
                </a:cubicBezTo>
                <a:lnTo>
                  <a:pt x="7992421" y="6858000"/>
                </a:lnTo>
                <a:lnTo>
                  <a:pt x="7778919" y="6858000"/>
                </a:lnTo>
                <a:lnTo>
                  <a:pt x="6998753" y="6858000"/>
                </a:lnTo>
                <a:lnTo>
                  <a:pt x="6736007" y="6858000"/>
                </a:lnTo>
                <a:lnTo>
                  <a:pt x="528922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35" name="Freeform: Shape 1034">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980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037" name="Freeform: Shape 1036">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5964"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026" name="Picture 2" descr="Thank You Presentation Stock Photos ...">
            <a:extLst>
              <a:ext uri="{FF2B5EF4-FFF2-40B4-BE49-F238E27FC236}">
                <a16:creationId xmlns:a16="http://schemas.microsoft.com/office/drawing/2014/main" id="{48805B3E-96E9-DD62-43E1-4822857696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65200" y="1262558"/>
            <a:ext cx="7735248" cy="4331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650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TotalTime>
  <Words>1034</Words>
  <Application>Microsoft Office PowerPoint</Application>
  <PresentationFormat>Widescreen</PresentationFormat>
  <Paragraphs>52</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Meiryo</vt:lpstr>
      <vt:lpstr>Aptos</vt:lpstr>
      <vt:lpstr>Aptos Display</vt:lpstr>
      <vt:lpstr>Arial</vt:lpstr>
      <vt:lpstr>Office Theme</vt:lpstr>
      <vt:lpstr>PowerPoint Presentation</vt:lpstr>
      <vt:lpstr>Today's Agenda </vt:lpstr>
      <vt:lpstr>Top 10 Sectors — Job Volume &amp; Compensation</vt:lpstr>
      <vt:lpstr>Most Demanded Top 10 Skill in Job Sector</vt:lpstr>
      <vt:lpstr>Geographic Distribution of Jobs</vt:lpstr>
      <vt:lpstr>Average Upper Salary by Top 10 Job Locations (City)</vt:lpstr>
      <vt:lpstr>Top Employers by Job Volume, with Average Salary</vt:lpstr>
      <vt:lpstr>Compensation by Experience Level</vt:lpstr>
      <vt:lpstr>Average Rating by Company Revenue Bracket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Mahmud, Saim</dc:creator>
  <cp:lastModifiedBy>Mahmud, Saim</cp:lastModifiedBy>
  <cp:revision>2</cp:revision>
  <dcterms:created xsi:type="dcterms:W3CDTF">2025-11-05T17:16:42Z</dcterms:created>
  <dcterms:modified xsi:type="dcterms:W3CDTF">2025-12-03T04:41:15Z</dcterms:modified>
</cp:coreProperties>
</file>